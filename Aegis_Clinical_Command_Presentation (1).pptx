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Aegis Clinical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 Monitoring &amp; Adherence System</a:t>
            </a:r>
          </a:p>
          <a:p>
            <a:r>
              <a:t>Developed by Sanju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 requires continuous patient monitoring.</a:t>
            </a:r>
          </a:p>
          <a:p>
            <a:r>
              <a:t>Many patients miss medications and appointments.</a:t>
            </a:r>
          </a:p>
          <a:p>
            <a:r>
              <a:t>Our system helps track and improve patient adherence.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Lack of patient adherence tracking</a:t>
            </a:r>
          </a:p>
          <a:p>
            <a:r>
              <a:t>• Missed medications &amp; appointments</a:t>
            </a:r>
          </a:p>
          <a:p>
            <a:r>
              <a:t>• No centralized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 patient data</a:t>
            </a:r>
          </a:p>
          <a:p>
            <a:r>
              <a:t>• Track medication adherence</a:t>
            </a:r>
          </a:p>
          <a:p>
            <a:r>
              <a:t>• Provide alerts &amp; notifications</a:t>
            </a:r>
          </a:p>
          <a:p>
            <a:r>
              <a:t>• Improve healthcare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Patient registration</a:t>
            </a:r>
          </a:p>
          <a:p>
            <a:r>
              <a:t>• Risk level classification</a:t>
            </a:r>
          </a:p>
          <a:p>
            <a:r>
              <a:t>• Appointment tracking</a:t>
            </a:r>
          </a:p>
          <a:p>
            <a:r>
              <a:t>• Notifications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HTML, CSS, JavaScript</a:t>
            </a:r>
          </a:p>
          <a:p>
            <a:r>
              <a:t>• Backend: Python / Node.js</a:t>
            </a:r>
          </a:p>
          <a:p>
            <a:r>
              <a:t>• Database: Replit 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Interface → Backend Server → Database</a:t>
            </a:r>
          </a:p>
          <a:p>
            <a:r>
              <a:t>Data is processed and alerts are generated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Admin adds patient details</a:t>
            </a:r>
          </a:p>
          <a:p>
            <a:r>
              <a:t>• System tracks adherence</a:t>
            </a:r>
          </a:p>
          <a:p>
            <a:r>
              <a:t>• Risk level updated</a:t>
            </a:r>
          </a:p>
          <a:p>
            <a:r>
              <a:t>• Notifications generated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patient monitoring</a:t>
            </a:r>
          </a:p>
          <a:p>
            <a:r>
              <a:t>• Improves treatment compliance</a:t>
            </a:r>
          </a:p>
          <a:p>
            <a:r>
              <a:t>• Reduces healthcare risks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AI-based prediction</a:t>
            </a:r>
          </a:p>
          <a:p>
            <a:r>
              <a:t>• IoT device integration</a:t>
            </a:r>
          </a:p>
          <a:p>
            <a:r>
              <a:t>• Mobile app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Aegis system improves healthcare efficiency and patient safety.</a:t>
            </a:r>
          </a:p>
          <a:p>
            <a:r>
              <a:t>Helps doctors take timely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